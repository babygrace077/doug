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MODÈLE — POINT D’ÉTAPE BIHEBDOMADAIRE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Semaine __  •  Session A (mardi) / B (vendredi)</a:t>
            </a:r>
            <a:br/>
            <a:r>
              <a:t>Date __/__/____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1. Objectif de la période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7A8C"/>
                </a:solidFill>
                <a:latin typeface="Calibri"/>
              </a:defRPr>
            </a:pPr>
            <a:r>
              <a:t>Rappeler l’objectif fixé au point précédent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Travaux réalisés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7A8C"/>
                </a:solidFill>
                <a:latin typeface="Calibri"/>
              </a:defRPr>
            </a:pPr>
            <a:r>
              <a:t>Lister concrètement ce qui a été fait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Livrables produits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7A8C"/>
                </a:solidFill>
                <a:latin typeface="Calibri"/>
              </a:defRPr>
            </a:pPr>
            <a:r>
              <a:t>Documents, code, diagrammes, captures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Écarts vs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7A8C"/>
                </a:solidFill>
                <a:latin typeface="Calibri"/>
              </a:defRPr>
            </a:pPr>
            <a:r>
              <a:t>Retards, avances,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5. Blocages / arbitrages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7A8C"/>
                </a:solidFill>
                <a:latin typeface="Calibri"/>
              </a:defRPr>
            </a:pPr>
            <a:r>
              <a:t>Décisions attendues de l’encadreur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 Plan jusqu’au prochain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7A8C"/>
                </a:solidFill>
                <a:latin typeface="Calibri"/>
              </a:defRPr>
            </a:pPr>
            <a:r>
              <a:t>Actions datées + indicateurs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7. Indicateurs de suivi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% avancement mémoire : ____ %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% avancement PoC : ____ %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Nombre de scénarios de test prêts : ____ / 3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Nombre de politiques rédigées : ____ / 5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Prochaine échéance critique : 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