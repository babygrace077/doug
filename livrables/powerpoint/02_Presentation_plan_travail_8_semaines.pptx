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PLAN DE TRAVAIL — 8 SEMAINES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Zero Trust pour le contrôle</a:t>
            </a:r>
            <a:br/>
            <a:r>
              <a:t>de fidélité des agents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Grace Divine Tchuenteu Ebe'ete  •  ART Cameroun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Vue d’ensemble du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286000"/>
            <a:ext cx="1325880" cy="201168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S1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Cadrage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286000"/>
            <a:ext cx="1325880" cy="201168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S2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État de l’art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286000"/>
            <a:ext cx="1325880" cy="201168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S3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Exigences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286000"/>
            <a:ext cx="1325880" cy="201168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S4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Conception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1325880" cy="201168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S5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PoC alpha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286000"/>
            <a:ext cx="1325880" cy="201168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S6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286000"/>
            <a:ext cx="1325880" cy="201168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S7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Mémoire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7040" y="2286000"/>
            <a:ext cx="1325880" cy="201168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S8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Soutenance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3D5C"/>
                </a:solidFill>
                <a:latin typeface="Calibri"/>
              </a:defRPr>
            </a:pPr>
            <a:r>
              <a:t>2 points d’étape chaque semaine : mardi et vendredi (10–15 min + fiche 1 page)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Semaine 1 — Cadrage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Valider le thème reformulé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Choisir 1 cas d’usage ART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Note de cadrage + références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Installer l’environnement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Semaine 2 — État de l’art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Rédiger Ch.1 (draft)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≥ 8 fiches de lecture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Processus ART as-is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Cartographier acteurs/données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Semaine 3 — Risques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Matrice des actifs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Analyse de menaces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Exigences EF/ENF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Draft chapitre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Semaine 4 — 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Diagrammes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≥ 5 politiques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Séquence PEP/PDP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Draft chapitre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Semaine 5 — PoC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Identité + jeton agent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PEP + policy engine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Journal d’audit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Chemin heureux démo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Semaine 6 —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3 scénarios d’attaque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PoC beta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Rapport de tests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Draft chapitre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Semaine 7 — Rédaction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Mémoire ~80 %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Note recommandations ART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Bibliographie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Plan diaporama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Semaine 8 —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Mémoire final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Diapo + répétitions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Vidéo plan B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Soutenance J60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01168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Ordre oral de soutenance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Contexte ART &amp; problématique (2 min)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État de l’art express (2 min)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Architecture Zero Trust proposée (4 min)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Démo PoC (3 min)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Résultats &amp; recommandations (2 min)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•  Conclusion / perspectives (2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7A8C"/>
                </a:solidFill>
                <a:latin typeface="Calibri"/>
              </a:defRPr>
            </a:pPr>
            <a:r>
              <a:t>ART Cameroun — Stage Grace Divine Tchuenteu Ebe'ete  |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Prêt pour exécution — points d’étape mardi / vendredi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